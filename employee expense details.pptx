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58" r:id="rId7"/>
    <p:sldId id="259" r:id="rId8"/>
    <p:sldId id="264" r:id="rId9"/>
    <p:sldId id="265" r:id="rId10"/>
    <p:sldId id="260" r:id="rId11"/>
    <p:sldId id="266" r:id="rId12"/>
    <p:sldId id="261" r:id="rId13"/>
    <p:sldId id="262" r:id="rId14"/>
    <p:sldId id="263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2D8058-CABB-43A8-9B4B-2236ABBE153E}" v="26" dt="2026-09-23T13:55:02.6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96" d="100"/>
          <a:sy n="96" d="100"/>
        </p:scale>
        <p:origin x="1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UNAVATH vishwanth" userId="0711039f19a6db6e" providerId="LiveId" clId="{817200A0-1A34-48BC-ADAF-C9D608D03C7B}"/>
    <pc:docChg chg="undo custSel addSld modSld">
      <pc:chgData name="NUNAVATH vishwanth" userId="0711039f19a6db6e" providerId="LiveId" clId="{817200A0-1A34-48BC-ADAF-C9D608D03C7B}" dt="2026-09-23T13:56:17.175" v="5908" actId="2"/>
      <pc:docMkLst>
        <pc:docMk/>
      </pc:docMkLst>
      <pc:sldChg chg="addSp modSp mod">
        <pc:chgData name="NUNAVATH vishwanth" userId="0711039f19a6db6e" providerId="LiveId" clId="{817200A0-1A34-48BC-ADAF-C9D608D03C7B}" dt="2026-09-23T13:56:17.175" v="5908" actId="2"/>
        <pc:sldMkLst>
          <pc:docMk/>
          <pc:sldMk cId="1819359268" sldId="256"/>
        </pc:sldMkLst>
        <pc:spChg chg="mod">
          <ac:chgData name="NUNAVATH vishwanth" userId="0711039f19a6db6e" providerId="LiveId" clId="{817200A0-1A34-48BC-ADAF-C9D608D03C7B}" dt="2026-09-23T13:52:38.522" v="5864" actId="2"/>
          <ac:spMkLst>
            <pc:docMk/>
            <pc:sldMk cId="1819359268" sldId="256"/>
            <ac:spMk id="3" creationId="{2E78725B-6E40-4D82-B375-7831D81C29EE}"/>
          </ac:spMkLst>
        </pc:spChg>
        <pc:spChg chg="add mod">
          <ac:chgData name="NUNAVATH vishwanth" userId="0711039f19a6db6e" providerId="LiveId" clId="{817200A0-1A34-48BC-ADAF-C9D608D03C7B}" dt="2026-09-23T13:56:17.175" v="5908" actId="2"/>
          <ac:spMkLst>
            <pc:docMk/>
            <pc:sldMk cId="1819359268" sldId="256"/>
            <ac:spMk id="4" creationId="{5D97AA90-68CF-D0C2-6A0A-4B436F3F8C6A}"/>
          </ac:spMkLst>
        </pc:spChg>
      </pc:sldChg>
      <pc:sldChg chg="addSp delSp modSp mod">
        <pc:chgData name="NUNAVATH vishwanth" userId="0711039f19a6db6e" providerId="LiveId" clId="{817200A0-1A34-48BC-ADAF-C9D608D03C7B}" dt="2026-09-23T13:53:05.099" v="5866" actId="2"/>
        <pc:sldMkLst>
          <pc:docMk/>
          <pc:sldMk cId="3253689747" sldId="257"/>
        </pc:sldMkLst>
        <pc:spChg chg="mod">
          <ac:chgData name="NUNAVATH vishwanth" userId="0711039f19a6db6e" providerId="LiveId" clId="{817200A0-1A34-48BC-ADAF-C9D608D03C7B}" dt="2026-09-23T13:53:05.099" v="5866" actId="2"/>
          <ac:spMkLst>
            <pc:docMk/>
            <pc:sldMk cId="3253689747" sldId="257"/>
            <ac:spMk id="2" creationId="{34DB6CE4-2B13-4715-B5B2-615A55922CA1}"/>
          </ac:spMkLst>
        </pc:spChg>
        <pc:spChg chg="add del mod">
          <ac:chgData name="NUNAVATH vishwanth" userId="0711039f19a6db6e" providerId="LiveId" clId="{817200A0-1A34-48BC-ADAF-C9D608D03C7B}" dt="2026-09-23T11:48:29.635" v="442" actId="21"/>
          <ac:spMkLst>
            <pc:docMk/>
            <pc:sldMk cId="3253689747" sldId="257"/>
            <ac:spMk id="6" creationId="{125549C2-374D-B66E-473D-639792FEDDAE}"/>
          </ac:spMkLst>
        </pc:spChg>
        <pc:graphicFrameChg chg="add del mod modGraphic">
          <ac:chgData name="NUNAVATH vishwanth" userId="0711039f19a6db6e" providerId="LiveId" clId="{817200A0-1A34-48BC-ADAF-C9D608D03C7B}" dt="2026-09-23T13:52:45.576" v="5865" actId="20577"/>
          <ac:graphicFrameMkLst>
            <pc:docMk/>
            <pc:sldMk cId="3253689747" sldId="257"/>
            <ac:graphicFrameMk id="4" creationId="{8D4F1745-A55E-4835-88EB-BC637121B608}"/>
          </ac:graphicFrameMkLst>
        </pc:graphicFrameChg>
        <pc:picChg chg="add del mod">
          <ac:chgData name="NUNAVATH vishwanth" userId="0711039f19a6db6e" providerId="LiveId" clId="{817200A0-1A34-48BC-ADAF-C9D608D03C7B}" dt="2026-09-23T11:56:57.449" v="1184" actId="21"/>
          <ac:picMkLst>
            <pc:docMk/>
            <pc:sldMk cId="3253689747" sldId="257"/>
            <ac:picMk id="5" creationId="{191E28D4-99AB-C2B3-8B0D-F2FFA44202AE}"/>
          </ac:picMkLst>
        </pc:picChg>
      </pc:sldChg>
      <pc:sldChg chg="modSp mod">
        <pc:chgData name="NUNAVATH vishwanth" userId="0711039f19a6db6e" providerId="LiveId" clId="{817200A0-1A34-48BC-ADAF-C9D608D03C7B}" dt="2026-09-23T13:53:11.696" v="5868" actId="2"/>
        <pc:sldMkLst>
          <pc:docMk/>
          <pc:sldMk cId="2172179498" sldId="258"/>
        </pc:sldMkLst>
        <pc:spChg chg="mod">
          <ac:chgData name="NUNAVATH vishwanth" userId="0711039f19a6db6e" providerId="LiveId" clId="{817200A0-1A34-48BC-ADAF-C9D608D03C7B}" dt="2026-09-23T11:51:06.531" v="533" actId="207"/>
          <ac:spMkLst>
            <pc:docMk/>
            <pc:sldMk cId="2172179498" sldId="258"/>
            <ac:spMk id="2" creationId="{34DB6CE4-2B13-4715-B5B2-615A55922CA1}"/>
          </ac:spMkLst>
        </pc:spChg>
        <pc:spChg chg="mod">
          <ac:chgData name="NUNAVATH vishwanth" userId="0711039f19a6db6e" providerId="LiveId" clId="{817200A0-1A34-48BC-ADAF-C9D608D03C7B}" dt="2026-09-23T13:53:11.696" v="5868" actId="2"/>
          <ac:spMkLst>
            <pc:docMk/>
            <pc:sldMk cId="2172179498" sldId="258"/>
            <ac:spMk id="3" creationId="{143F5361-68C0-4BF5-80C8-F1E7BF92B2DB}"/>
          </ac:spMkLst>
        </pc:spChg>
      </pc:sldChg>
      <pc:sldChg chg="addSp delSp modSp mod">
        <pc:chgData name="NUNAVATH vishwanth" userId="0711039f19a6db6e" providerId="LiveId" clId="{817200A0-1A34-48BC-ADAF-C9D608D03C7B}" dt="2026-09-23T12:59:19.208" v="2560" actId="403"/>
        <pc:sldMkLst>
          <pc:docMk/>
          <pc:sldMk cId="1193417028" sldId="259"/>
        </pc:sldMkLst>
        <pc:spChg chg="mod">
          <ac:chgData name="NUNAVATH vishwanth" userId="0711039f19a6db6e" providerId="LiveId" clId="{817200A0-1A34-48BC-ADAF-C9D608D03C7B}" dt="2026-09-23T11:58:51.654" v="1252" actId="20577"/>
          <ac:spMkLst>
            <pc:docMk/>
            <pc:sldMk cId="1193417028" sldId="259"/>
            <ac:spMk id="2" creationId="{34DB6CE4-2B13-4715-B5B2-615A55922CA1}"/>
          </ac:spMkLst>
        </pc:spChg>
        <pc:spChg chg="add del mod">
          <ac:chgData name="NUNAVATH vishwanth" userId="0711039f19a6db6e" providerId="LiveId" clId="{817200A0-1A34-48BC-ADAF-C9D608D03C7B}" dt="2026-09-23T11:57:53.144" v="1188" actId="931"/>
          <ac:spMkLst>
            <pc:docMk/>
            <pc:sldMk cId="1193417028" sldId="259"/>
            <ac:spMk id="5" creationId="{77B6FB2B-92B2-A751-2E8A-3EEBAF9F0676}"/>
          </ac:spMkLst>
        </pc:spChg>
        <pc:spChg chg="add del mod">
          <ac:chgData name="NUNAVATH vishwanth" userId="0711039f19a6db6e" providerId="LiveId" clId="{817200A0-1A34-48BC-ADAF-C9D608D03C7B}" dt="2026-09-23T12:59:19.208" v="2560" actId="403"/>
          <ac:spMkLst>
            <pc:docMk/>
            <pc:sldMk cId="1193417028" sldId="259"/>
            <ac:spMk id="9" creationId="{913A6A82-84E8-0B02-C675-1BA867A452BB}"/>
          </ac:spMkLst>
        </pc:spChg>
        <pc:graphicFrameChg chg="del">
          <ac:chgData name="NUNAVATH vishwanth" userId="0711039f19a6db6e" providerId="LiveId" clId="{817200A0-1A34-48BC-ADAF-C9D608D03C7B}" dt="2026-09-23T11:57:19.888" v="1185" actId="21"/>
          <ac:graphicFrameMkLst>
            <pc:docMk/>
            <pc:sldMk cId="1193417028" sldId="259"/>
            <ac:graphicFrameMk id="4" creationId="{242FA989-6B7C-488C-85ED-CB8D01BA3254}"/>
          </ac:graphicFrameMkLst>
        </pc:graphicFrameChg>
        <pc:graphicFrameChg chg="add del mod">
          <ac:chgData name="NUNAVATH vishwanth" userId="0711039f19a6db6e" providerId="LiveId" clId="{817200A0-1A34-48BC-ADAF-C9D608D03C7B}" dt="2026-09-23T11:57:30.771" v="1187" actId="21"/>
          <ac:graphicFrameMkLst>
            <pc:docMk/>
            <pc:sldMk cId="1193417028" sldId="259"/>
            <ac:graphicFrameMk id="6" creationId="{242FA989-6B7C-488C-85ED-CB8D01BA3254}"/>
          </ac:graphicFrameMkLst>
        </pc:graphicFrameChg>
        <pc:picChg chg="add mod ord">
          <ac:chgData name="NUNAVATH vishwanth" userId="0711039f19a6db6e" providerId="LiveId" clId="{817200A0-1A34-48BC-ADAF-C9D608D03C7B}" dt="2026-09-23T12:55:47.224" v="2394" actId="14100"/>
          <ac:picMkLst>
            <pc:docMk/>
            <pc:sldMk cId="1193417028" sldId="259"/>
            <ac:picMk id="8" creationId="{5F86D3CA-2394-8479-9202-0B2E94160BD0}"/>
          </ac:picMkLst>
        </pc:picChg>
      </pc:sldChg>
      <pc:sldChg chg="addSp delSp modSp mod">
        <pc:chgData name="NUNAVATH vishwanth" userId="0711039f19a6db6e" providerId="LiveId" clId="{817200A0-1A34-48BC-ADAF-C9D608D03C7B}" dt="2026-09-23T13:53:40.852" v="5877" actId="2"/>
        <pc:sldMkLst>
          <pc:docMk/>
          <pc:sldMk cId="1398410914" sldId="260"/>
        </pc:sldMkLst>
        <pc:spChg chg="mod">
          <ac:chgData name="NUNAVATH vishwanth" userId="0711039f19a6db6e" providerId="LiveId" clId="{817200A0-1A34-48BC-ADAF-C9D608D03C7B}" dt="2026-09-23T12:00:23.382" v="1315" actId="20577"/>
          <ac:spMkLst>
            <pc:docMk/>
            <pc:sldMk cId="1398410914" sldId="260"/>
            <ac:spMk id="2" creationId="{34DB6CE4-2B13-4715-B5B2-615A55922CA1}"/>
          </ac:spMkLst>
        </pc:spChg>
        <pc:spChg chg="mod">
          <ac:chgData name="NUNAVATH vishwanth" userId="0711039f19a6db6e" providerId="LiveId" clId="{817200A0-1A34-48BC-ADAF-C9D608D03C7B}" dt="2026-09-23T12:00:42.533" v="1486" actId="20577"/>
          <ac:spMkLst>
            <pc:docMk/>
            <pc:sldMk cId="1398410914" sldId="260"/>
            <ac:spMk id="3" creationId="{143F5361-68C0-4BF5-80C8-F1E7BF92B2DB}"/>
          </ac:spMkLst>
        </pc:spChg>
        <pc:spChg chg="mod">
          <ac:chgData name="NUNAVATH vishwanth" userId="0711039f19a6db6e" providerId="LiveId" clId="{817200A0-1A34-48BC-ADAF-C9D608D03C7B}" dt="2026-09-23T13:53:40.852" v="5877" actId="2"/>
          <ac:spMkLst>
            <pc:docMk/>
            <pc:sldMk cId="1398410914" sldId="260"/>
            <ac:spMk id="4" creationId="{7B7B7B7B-7D76-4749-8BC0-1A579CBD0BA6}"/>
          </ac:spMkLst>
        </pc:spChg>
        <pc:spChg chg="add del mod">
          <ac:chgData name="NUNAVATH vishwanth" userId="0711039f19a6db6e" providerId="LiveId" clId="{817200A0-1A34-48BC-ADAF-C9D608D03C7B}" dt="2026-09-23T12:04:42.802" v="1799"/>
          <ac:spMkLst>
            <pc:docMk/>
            <pc:sldMk cId="1398410914" sldId="260"/>
            <ac:spMk id="5" creationId="{08806CD7-705A-B926-4783-3C3AED304B52}"/>
          </ac:spMkLst>
        </pc:spChg>
        <pc:picChg chg="add mod">
          <ac:chgData name="NUNAVATH vishwanth" userId="0711039f19a6db6e" providerId="LiveId" clId="{817200A0-1A34-48BC-ADAF-C9D608D03C7B}" dt="2026-09-23T12:01:41.883" v="1494" actId="14100"/>
          <ac:picMkLst>
            <pc:docMk/>
            <pc:sldMk cId="1398410914" sldId="260"/>
            <ac:picMk id="7" creationId="{8671B4B5-2243-C57C-0371-CE235E537F23}"/>
          </ac:picMkLst>
        </pc:picChg>
      </pc:sldChg>
      <pc:sldChg chg="addSp modSp mod">
        <pc:chgData name="NUNAVATH vishwanth" userId="0711039f19a6db6e" providerId="LiveId" clId="{817200A0-1A34-48BC-ADAF-C9D608D03C7B}" dt="2026-09-23T12:09:53.988" v="2312" actId="20577"/>
        <pc:sldMkLst>
          <pc:docMk/>
          <pc:sldMk cId="1348318116" sldId="261"/>
        </pc:sldMkLst>
        <pc:spChg chg="mod">
          <ac:chgData name="NUNAVATH vishwanth" userId="0711039f19a6db6e" providerId="LiveId" clId="{817200A0-1A34-48BC-ADAF-C9D608D03C7B}" dt="2026-09-23T12:05:29.819" v="1860" actId="20577"/>
          <ac:spMkLst>
            <pc:docMk/>
            <pc:sldMk cId="1348318116" sldId="261"/>
            <ac:spMk id="2" creationId="{34DB6CE4-2B13-4715-B5B2-615A55922CA1}"/>
          </ac:spMkLst>
        </pc:spChg>
        <pc:spChg chg="mod">
          <ac:chgData name="NUNAVATH vishwanth" userId="0711039f19a6db6e" providerId="LiveId" clId="{817200A0-1A34-48BC-ADAF-C9D608D03C7B}" dt="2026-09-23T12:09:53.988" v="2312" actId="20577"/>
          <ac:spMkLst>
            <pc:docMk/>
            <pc:sldMk cId="1348318116" sldId="261"/>
            <ac:spMk id="3" creationId="{143F5361-68C0-4BF5-80C8-F1E7BF92B2DB}"/>
          </ac:spMkLst>
        </pc:spChg>
        <pc:picChg chg="add mod">
          <ac:chgData name="NUNAVATH vishwanth" userId="0711039f19a6db6e" providerId="LiveId" clId="{817200A0-1A34-48BC-ADAF-C9D608D03C7B}" dt="2026-09-23T12:07:26.407" v="2163" actId="14100"/>
          <ac:picMkLst>
            <pc:docMk/>
            <pc:sldMk cId="1348318116" sldId="261"/>
            <ac:picMk id="5" creationId="{AFACC10B-F25B-A1B4-C04C-EF7A9B25C64B}"/>
          </ac:picMkLst>
        </pc:picChg>
      </pc:sldChg>
      <pc:sldChg chg="addSp modSp mod">
        <pc:chgData name="NUNAVATH vishwanth" userId="0711039f19a6db6e" providerId="LiveId" clId="{817200A0-1A34-48BC-ADAF-C9D608D03C7B}" dt="2026-09-23T13:30:45.543" v="3732" actId="1076"/>
        <pc:sldMkLst>
          <pc:docMk/>
          <pc:sldMk cId="2919556985" sldId="262"/>
        </pc:sldMkLst>
        <pc:spChg chg="mod">
          <ac:chgData name="NUNAVATH vishwanth" userId="0711039f19a6db6e" providerId="LiveId" clId="{817200A0-1A34-48BC-ADAF-C9D608D03C7B}" dt="2026-09-23T12:11:31.502" v="2387" actId="255"/>
          <ac:spMkLst>
            <pc:docMk/>
            <pc:sldMk cId="2919556985" sldId="262"/>
            <ac:spMk id="2" creationId="{34DB6CE4-2B13-4715-B5B2-615A55922CA1}"/>
          </ac:spMkLst>
        </pc:spChg>
        <pc:spChg chg="mod">
          <ac:chgData name="NUNAVATH vishwanth" userId="0711039f19a6db6e" providerId="LiveId" clId="{817200A0-1A34-48BC-ADAF-C9D608D03C7B}" dt="2026-09-23T13:30:45.543" v="3732" actId="1076"/>
          <ac:spMkLst>
            <pc:docMk/>
            <pc:sldMk cId="2919556985" sldId="262"/>
            <ac:spMk id="3" creationId="{143F5361-68C0-4BF5-80C8-F1E7BF92B2DB}"/>
          </ac:spMkLst>
        </pc:spChg>
        <pc:picChg chg="add mod">
          <ac:chgData name="NUNAVATH vishwanth" userId="0711039f19a6db6e" providerId="LiveId" clId="{817200A0-1A34-48BC-ADAF-C9D608D03C7B}" dt="2026-09-23T13:26:58.934" v="3346" actId="14100"/>
          <ac:picMkLst>
            <pc:docMk/>
            <pc:sldMk cId="2919556985" sldId="262"/>
            <ac:picMk id="5" creationId="{A946521F-8B5F-4660-3875-10F95AF87ABF}"/>
          </ac:picMkLst>
        </pc:picChg>
      </pc:sldChg>
      <pc:sldChg chg="addSp modSp mod">
        <pc:chgData name="NUNAVATH vishwanth" userId="0711039f19a6db6e" providerId="LiveId" clId="{817200A0-1A34-48BC-ADAF-C9D608D03C7B}" dt="2026-09-23T13:36:44.765" v="4571" actId="20577"/>
        <pc:sldMkLst>
          <pc:docMk/>
          <pc:sldMk cId="1902613301" sldId="263"/>
        </pc:sldMkLst>
        <pc:spChg chg="mod">
          <ac:chgData name="NUNAVATH vishwanth" userId="0711039f19a6db6e" providerId="LiveId" clId="{817200A0-1A34-48BC-ADAF-C9D608D03C7B}" dt="2026-09-23T13:32:21.916" v="3803" actId="14100"/>
          <ac:spMkLst>
            <pc:docMk/>
            <pc:sldMk cId="1902613301" sldId="263"/>
            <ac:spMk id="2" creationId="{34DB6CE4-2B13-4715-B5B2-615A55922CA1}"/>
          </ac:spMkLst>
        </pc:spChg>
        <pc:spChg chg="mod">
          <ac:chgData name="NUNAVATH vishwanth" userId="0711039f19a6db6e" providerId="LiveId" clId="{817200A0-1A34-48BC-ADAF-C9D608D03C7B}" dt="2026-09-23T13:36:44.765" v="4571" actId="20577"/>
          <ac:spMkLst>
            <pc:docMk/>
            <pc:sldMk cId="1902613301" sldId="263"/>
            <ac:spMk id="3" creationId="{143F5361-68C0-4BF5-80C8-F1E7BF92B2DB}"/>
          </ac:spMkLst>
        </pc:spChg>
        <pc:picChg chg="add mod">
          <ac:chgData name="NUNAVATH vishwanth" userId="0711039f19a6db6e" providerId="LiveId" clId="{817200A0-1A34-48BC-ADAF-C9D608D03C7B}" dt="2026-09-23T13:33:09.908" v="3814" actId="14100"/>
          <ac:picMkLst>
            <pc:docMk/>
            <pc:sldMk cId="1902613301" sldId="263"/>
            <ac:picMk id="5" creationId="{21625032-9F32-B4A9-B13B-79356D1E98CE}"/>
          </ac:picMkLst>
        </pc:picChg>
      </pc:sldChg>
      <pc:sldChg chg="addSp delSp modSp new mod">
        <pc:chgData name="NUNAVATH vishwanth" userId="0711039f19a6db6e" providerId="LiveId" clId="{817200A0-1A34-48BC-ADAF-C9D608D03C7B}" dt="2026-09-23T13:09:00.038" v="2925" actId="403"/>
        <pc:sldMkLst>
          <pc:docMk/>
          <pc:sldMk cId="1504273328" sldId="264"/>
        </pc:sldMkLst>
        <pc:spChg chg="mod">
          <ac:chgData name="NUNAVATH vishwanth" userId="0711039f19a6db6e" providerId="LiveId" clId="{817200A0-1A34-48BC-ADAF-C9D608D03C7B}" dt="2026-09-23T13:02:31.603" v="2595" actId="14100"/>
          <ac:spMkLst>
            <pc:docMk/>
            <pc:sldMk cId="1504273328" sldId="264"/>
            <ac:spMk id="2" creationId="{3130BEC3-B53A-CEA6-3A21-42EC78709E76}"/>
          </ac:spMkLst>
        </pc:spChg>
        <pc:spChg chg="add del mod">
          <ac:chgData name="NUNAVATH vishwanth" userId="0711039f19a6db6e" providerId="LiveId" clId="{817200A0-1A34-48BC-ADAF-C9D608D03C7B}" dt="2026-09-23T13:03:58.355" v="2609"/>
          <ac:spMkLst>
            <pc:docMk/>
            <pc:sldMk cId="1504273328" sldId="264"/>
            <ac:spMk id="3" creationId="{DD55B033-61E6-0D8E-E584-92A39C637C5B}"/>
          </ac:spMkLst>
        </pc:spChg>
        <pc:spChg chg="add mod">
          <ac:chgData name="NUNAVATH vishwanth" userId="0711039f19a6db6e" providerId="LiveId" clId="{817200A0-1A34-48BC-ADAF-C9D608D03C7B}" dt="2026-09-23T13:09:00.038" v="2925" actId="403"/>
          <ac:spMkLst>
            <pc:docMk/>
            <pc:sldMk cId="1504273328" sldId="264"/>
            <ac:spMk id="6" creationId="{7D2FA926-69C1-3BDA-8BA4-FA4D61560B90}"/>
          </ac:spMkLst>
        </pc:spChg>
        <pc:picChg chg="add mod">
          <ac:chgData name="NUNAVATH vishwanth" userId="0711039f19a6db6e" providerId="LiveId" clId="{817200A0-1A34-48BC-ADAF-C9D608D03C7B}" dt="2026-09-23T13:03:57.330" v="2607" actId="14100"/>
          <ac:picMkLst>
            <pc:docMk/>
            <pc:sldMk cId="1504273328" sldId="264"/>
            <ac:picMk id="5" creationId="{E470E733-8EBC-49C6-FF24-07E0233A0B61}"/>
          </ac:picMkLst>
        </pc:picChg>
      </pc:sldChg>
      <pc:sldChg chg="addSp delSp modSp new mod">
        <pc:chgData name="NUNAVATH vishwanth" userId="0711039f19a6db6e" providerId="LiveId" clId="{817200A0-1A34-48BC-ADAF-C9D608D03C7B}" dt="2026-09-23T13:16:18.871" v="3165" actId="404"/>
        <pc:sldMkLst>
          <pc:docMk/>
          <pc:sldMk cId="904738295" sldId="265"/>
        </pc:sldMkLst>
        <pc:spChg chg="mod">
          <ac:chgData name="NUNAVATH vishwanth" userId="0711039f19a6db6e" providerId="LiveId" clId="{817200A0-1A34-48BC-ADAF-C9D608D03C7B}" dt="2026-09-23T13:10:27.375" v="2962" actId="14100"/>
          <ac:spMkLst>
            <pc:docMk/>
            <pc:sldMk cId="904738295" sldId="265"/>
            <ac:spMk id="2" creationId="{DA038210-62EE-C15B-C6DE-387CD7E1D863}"/>
          </ac:spMkLst>
        </pc:spChg>
        <pc:spChg chg="add del mod">
          <ac:chgData name="NUNAVATH vishwanth" userId="0711039f19a6db6e" providerId="LiveId" clId="{817200A0-1A34-48BC-ADAF-C9D608D03C7B}" dt="2026-09-23T13:10:40.465" v="2964" actId="21"/>
          <ac:spMkLst>
            <pc:docMk/>
            <pc:sldMk cId="904738295" sldId="265"/>
            <ac:spMk id="3" creationId="{E08CC3D7-8D5B-8225-0C5D-B7934AA73171}"/>
          </ac:spMkLst>
        </pc:spChg>
        <pc:spChg chg="add mod">
          <ac:chgData name="NUNAVATH vishwanth" userId="0711039f19a6db6e" providerId="LiveId" clId="{817200A0-1A34-48BC-ADAF-C9D608D03C7B}" dt="2026-09-23T13:16:18.871" v="3165" actId="404"/>
          <ac:spMkLst>
            <pc:docMk/>
            <pc:sldMk cId="904738295" sldId="265"/>
            <ac:spMk id="6" creationId="{D16C5EAF-62DF-21A5-0D38-A98866E4ED66}"/>
          </ac:spMkLst>
        </pc:spChg>
        <pc:picChg chg="add mod">
          <ac:chgData name="NUNAVATH vishwanth" userId="0711039f19a6db6e" providerId="LiveId" clId="{817200A0-1A34-48BC-ADAF-C9D608D03C7B}" dt="2026-09-23T13:11:13.480" v="2969" actId="14100"/>
          <ac:picMkLst>
            <pc:docMk/>
            <pc:sldMk cId="904738295" sldId="265"/>
            <ac:picMk id="5" creationId="{23CD3666-F6E0-1760-1E5C-4518D072F56C}"/>
          </ac:picMkLst>
        </pc:picChg>
      </pc:sldChg>
      <pc:sldChg chg="addSp delSp modSp new mod">
        <pc:chgData name="NUNAVATH vishwanth" userId="0711039f19a6db6e" providerId="LiveId" clId="{817200A0-1A34-48BC-ADAF-C9D608D03C7B}" dt="2026-09-23T13:25:42.289" v="3341" actId="14100"/>
        <pc:sldMkLst>
          <pc:docMk/>
          <pc:sldMk cId="3228361658" sldId="266"/>
        </pc:sldMkLst>
        <pc:spChg chg="mod">
          <ac:chgData name="NUNAVATH vishwanth" userId="0711039f19a6db6e" providerId="LiveId" clId="{817200A0-1A34-48BC-ADAF-C9D608D03C7B}" dt="2026-09-23T13:20:23.910" v="3213" actId="20577"/>
          <ac:spMkLst>
            <pc:docMk/>
            <pc:sldMk cId="3228361658" sldId="266"/>
            <ac:spMk id="2" creationId="{C5C4CDCF-A4D1-F1B6-6E68-41DCE085B643}"/>
          </ac:spMkLst>
        </pc:spChg>
        <pc:spChg chg="del">
          <ac:chgData name="NUNAVATH vishwanth" userId="0711039f19a6db6e" providerId="LiveId" clId="{817200A0-1A34-48BC-ADAF-C9D608D03C7B}" dt="2026-09-23T13:20:44.808" v="3214" actId="931"/>
          <ac:spMkLst>
            <pc:docMk/>
            <pc:sldMk cId="3228361658" sldId="266"/>
            <ac:spMk id="3" creationId="{2ED6A6F2-7133-F1DF-2A0A-C5654B3D5940}"/>
          </ac:spMkLst>
        </pc:spChg>
        <pc:spChg chg="mod">
          <ac:chgData name="NUNAVATH vishwanth" userId="0711039f19a6db6e" providerId="LiveId" clId="{817200A0-1A34-48BC-ADAF-C9D608D03C7B}" dt="2026-09-23T13:24:14.647" v="3328" actId="20577"/>
          <ac:spMkLst>
            <pc:docMk/>
            <pc:sldMk cId="3228361658" sldId="266"/>
            <ac:spMk id="4" creationId="{23153004-0DE9-E784-E12B-EF7ABCDB8733}"/>
          </ac:spMkLst>
        </pc:spChg>
        <pc:spChg chg="add del mod">
          <ac:chgData name="NUNAVATH vishwanth" userId="0711039f19a6db6e" providerId="LiveId" clId="{817200A0-1A34-48BC-ADAF-C9D608D03C7B}" dt="2026-09-23T13:24:24.249" v="3330" actId="21"/>
          <ac:spMkLst>
            <pc:docMk/>
            <pc:sldMk cId="3228361658" sldId="266"/>
            <ac:spMk id="7" creationId="{C6561FBB-AADB-3021-5FB7-12F58991533D}"/>
          </ac:spMkLst>
        </pc:spChg>
        <pc:picChg chg="add mod ord">
          <ac:chgData name="NUNAVATH vishwanth" userId="0711039f19a6db6e" providerId="LiveId" clId="{817200A0-1A34-48BC-ADAF-C9D608D03C7B}" dt="2026-09-23T13:25:14.607" v="3336" actId="14100"/>
          <ac:picMkLst>
            <pc:docMk/>
            <pc:sldMk cId="3228361658" sldId="266"/>
            <ac:picMk id="6" creationId="{5CE968A3-D590-7D94-407E-639F860E7820}"/>
          </ac:picMkLst>
        </pc:picChg>
        <pc:picChg chg="add mod">
          <ac:chgData name="NUNAVATH vishwanth" userId="0711039f19a6db6e" providerId="LiveId" clId="{817200A0-1A34-48BC-ADAF-C9D608D03C7B}" dt="2026-09-23T13:25:42.289" v="3341" actId="14100"/>
          <ac:picMkLst>
            <pc:docMk/>
            <pc:sldMk cId="3228361658" sldId="266"/>
            <ac:picMk id="9" creationId="{389F3F0F-A123-0EC0-1A9C-52917BA4F5DF}"/>
          </ac:picMkLst>
        </pc:picChg>
      </pc:sldChg>
      <pc:sldChg chg="addSp modSp new mod">
        <pc:chgData name="NUNAVATH vishwanth" userId="0711039f19a6db6e" providerId="LiveId" clId="{817200A0-1A34-48BC-ADAF-C9D608D03C7B}" dt="2026-09-23T13:43:17.052" v="5015" actId="1076"/>
        <pc:sldMkLst>
          <pc:docMk/>
          <pc:sldMk cId="1978849474" sldId="267"/>
        </pc:sldMkLst>
        <pc:spChg chg="mod">
          <ac:chgData name="NUNAVATH vishwanth" userId="0711039f19a6db6e" providerId="LiveId" clId="{817200A0-1A34-48BC-ADAF-C9D608D03C7B}" dt="2026-09-23T13:37:45.323" v="4586" actId="20577"/>
          <ac:spMkLst>
            <pc:docMk/>
            <pc:sldMk cId="1978849474" sldId="267"/>
            <ac:spMk id="2" creationId="{93A8E324-7C70-6A99-A0CA-0CC3B05D3F6D}"/>
          </ac:spMkLst>
        </pc:spChg>
        <pc:spChg chg="add mod">
          <ac:chgData name="NUNAVATH vishwanth" userId="0711039f19a6db6e" providerId="LiveId" clId="{817200A0-1A34-48BC-ADAF-C9D608D03C7B}" dt="2026-09-23T13:43:17.052" v="5015" actId="1076"/>
          <ac:spMkLst>
            <pc:docMk/>
            <pc:sldMk cId="1978849474" sldId="267"/>
            <ac:spMk id="3" creationId="{0A699835-66A7-6285-ED34-AFF728D1E355}"/>
          </ac:spMkLst>
        </pc:spChg>
      </pc:sldChg>
      <pc:sldChg chg="addSp modSp new mod">
        <pc:chgData name="NUNAVATH vishwanth" userId="0711039f19a6db6e" providerId="LiveId" clId="{817200A0-1A34-48BC-ADAF-C9D608D03C7B}" dt="2026-09-23T13:48:09.083" v="5500" actId="403"/>
        <pc:sldMkLst>
          <pc:docMk/>
          <pc:sldMk cId="3646411236" sldId="268"/>
        </pc:sldMkLst>
        <pc:spChg chg="mod">
          <ac:chgData name="NUNAVATH vishwanth" userId="0711039f19a6db6e" providerId="LiveId" clId="{817200A0-1A34-48BC-ADAF-C9D608D03C7B}" dt="2026-09-23T13:44:20.775" v="5057" actId="14100"/>
          <ac:spMkLst>
            <pc:docMk/>
            <pc:sldMk cId="3646411236" sldId="268"/>
            <ac:spMk id="2" creationId="{0C47F0C4-DC6A-2F35-FF80-1DE58B290A63}"/>
          </ac:spMkLst>
        </pc:spChg>
        <pc:spChg chg="add mod">
          <ac:chgData name="NUNAVATH vishwanth" userId="0711039f19a6db6e" providerId="LiveId" clId="{817200A0-1A34-48BC-ADAF-C9D608D03C7B}" dt="2026-09-23T13:48:09.083" v="5500" actId="403"/>
          <ac:spMkLst>
            <pc:docMk/>
            <pc:sldMk cId="3646411236" sldId="268"/>
            <ac:spMk id="3" creationId="{B056A76D-545B-5B37-4CA1-866DD6D22C2E}"/>
          </ac:spMkLst>
        </pc:spChg>
      </pc:sldChg>
      <pc:sldChg chg="addSp modSp new mod">
        <pc:chgData name="NUNAVATH vishwanth" userId="0711039f19a6db6e" providerId="LiveId" clId="{817200A0-1A34-48BC-ADAF-C9D608D03C7B}" dt="2026-09-23T13:53:38.478" v="5876" actId="2"/>
        <pc:sldMkLst>
          <pc:docMk/>
          <pc:sldMk cId="947884493" sldId="269"/>
        </pc:sldMkLst>
        <pc:spChg chg="mod">
          <ac:chgData name="NUNAVATH vishwanth" userId="0711039f19a6db6e" providerId="LiveId" clId="{817200A0-1A34-48BC-ADAF-C9D608D03C7B}" dt="2026-09-23T13:49:07.234" v="5514" actId="20577"/>
          <ac:spMkLst>
            <pc:docMk/>
            <pc:sldMk cId="947884493" sldId="269"/>
            <ac:spMk id="2" creationId="{6AB1B5A4-DDCE-64CF-F168-15F81ACB3AE4}"/>
          </ac:spMkLst>
        </pc:spChg>
        <pc:spChg chg="add mod">
          <ac:chgData name="NUNAVATH vishwanth" userId="0711039f19a6db6e" providerId="LiveId" clId="{817200A0-1A34-48BC-ADAF-C9D608D03C7B}" dt="2026-09-23T13:53:38.478" v="5876" actId="2"/>
          <ac:spMkLst>
            <pc:docMk/>
            <pc:sldMk cId="947884493" sldId="269"/>
            <ac:spMk id="3" creationId="{C5C0E3AE-7EB2-2675-1522-6258594C4B72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269538-BFC5-48BB-BEA1-D7AF1F385FD5}" type="doc">
      <dgm:prSet loTypeId="urn:microsoft.com/office/officeart/2005/8/layout/vList5" loCatId="list" qsTypeId="urn:microsoft.com/office/officeart/2005/8/quickstyle/simple1#3" qsCatId="simple" csTypeId="urn:microsoft.com/office/officeart/2005/8/colors/accent1_2#3" csCatId="accent1" phldr="1"/>
      <dgm:spPr/>
      <dgm:t>
        <a:bodyPr/>
        <a:lstStyle/>
        <a:p>
          <a:endParaRPr lang="en-US"/>
        </a:p>
      </dgm:t>
    </dgm:pt>
    <dgm:pt modelId="{0D51337A-31FA-4717-B2BF-9243F96D2B9B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What is the problem?</a:t>
          </a:r>
        </a:p>
      </dgm:t>
    </dgm:pt>
    <dgm:pt modelId="{A9294D65-F371-46C8-A624-E557E9DF1A30}" type="parTrans" cxnId="{9E6BB655-7FE4-4F8D-B1D2-F885E60B8754}">
      <dgm:prSet/>
      <dgm:spPr/>
      <dgm:t>
        <a:bodyPr/>
        <a:lstStyle/>
        <a:p>
          <a:endParaRPr lang="en-US"/>
        </a:p>
      </dgm:t>
    </dgm:pt>
    <dgm:pt modelId="{6799645E-F42F-43D8-B2EA-A1377D84D0B3}" type="sibTrans" cxnId="{9E6BB655-7FE4-4F8D-B1D2-F885E60B8754}">
      <dgm:prSet/>
      <dgm:spPr/>
      <dgm:t>
        <a:bodyPr/>
        <a:lstStyle/>
        <a:p>
          <a:endParaRPr lang="en-US"/>
        </a:p>
      </dgm:t>
    </dgm:pt>
    <dgm:pt modelId="{E40970FA-9468-4353-8343-FE5E2BEBB8B0}">
      <dgm:prSet phldrT="[Text]" custT="1"/>
      <dgm:spPr/>
      <dgm:t>
        <a:bodyPr/>
        <a:lstStyle/>
        <a:p>
          <a:endParaRPr lang="en-US" sz="800" b="1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85FA6A33-9FA9-4134-A6A3-A5D4748A1779}" type="parTrans" cxnId="{A316347C-9D1A-43C6-BE2B-DC184440E1C9}">
      <dgm:prSet/>
      <dgm:spPr/>
      <dgm:t>
        <a:bodyPr/>
        <a:lstStyle/>
        <a:p>
          <a:endParaRPr lang="en-US"/>
        </a:p>
      </dgm:t>
    </dgm:pt>
    <dgm:pt modelId="{04FF68DF-CF36-4D12-9ECE-A3519B0AC88A}" type="sibTrans" cxnId="{A316347C-9D1A-43C6-BE2B-DC184440E1C9}">
      <dgm:prSet/>
      <dgm:spPr/>
      <dgm:t>
        <a:bodyPr/>
        <a:lstStyle/>
        <a:p>
          <a:endParaRPr lang="en-US"/>
        </a:p>
      </dgm:t>
    </dgm:pt>
    <dgm:pt modelId="{A7F7584C-6CC5-40A2-9566-2842A5DEA97A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Who has this problem?</a:t>
          </a:r>
        </a:p>
      </dgm:t>
    </dgm:pt>
    <dgm:pt modelId="{581272CD-5908-4C17-8E9B-8BF6DCE43C3E}" type="parTrans" cxnId="{F68422C1-CD34-4DED-AA4B-85EFFF4FE933}">
      <dgm:prSet/>
      <dgm:spPr/>
      <dgm:t>
        <a:bodyPr/>
        <a:lstStyle/>
        <a:p>
          <a:endParaRPr lang="en-US"/>
        </a:p>
      </dgm:t>
    </dgm:pt>
    <dgm:pt modelId="{C41ED6A4-512C-48AB-901D-671B73446005}" type="sibTrans" cxnId="{F68422C1-CD34-4DED-AA4B-85EFFF4FE933}">
      <dgm:prSet/>
      <dgm:spPr/>
      <dgm:t>
        <a:bodyPr/>
        <a:lstStyle/>
        <a:p>
          <a:endParaRPr lang="en-US"/>
        </a:p>
      </dgm:t>
    </dgm:pt>
    <dgm:pt modelId="{9D8DAFB6-C744-4BD6-B757-393BF647EBB6}">
      <dgm:prSet phldrT="[Text]" custT="1"/>
      <dgm:spPr/>
      <dgm:t>
        <a:bodyPr/>
        <a:lstStyle/>
        <a:p>
          <a:r>
            <a: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The project analysis his expenses to identify where most of the money is spent.</a:t>
          </a:r>
        </a:p>
      </dgm:t>
    </dgm:pt>
    <dgm:pt modelId="{17C1C47E-8D1A-404A-B227-B017391CB5F6}" type="parTrans" cxnId="{56052809-46E4-4445-B520-94004C28BB9D}">
      <dgm:prSet/>
      <dgm:spPr/>
      <dgm:t>
        <a:bodyPr/>
        <a:lstStyle/>
        <a:p>
          <a:endParaRPr lang="en-US"/>
        </a:p>
      </dgm:t>
    </dgm:pt>
    <dgm:pt modelId="{C9B44773-68B1-427B-B9CA-0AEA186B621E}" type="sibTrans" cxnId="{56052809-46E4-4445-B520-94004C28BB9D}">
      <dgm:prSet/>
      <dgm:spPr/>
      <dgm:t>
        <a:bodyPr/>
        <a:lstStyle/>
        <a:p>
          <a:endParaRPr lang="en-US"/>
        </a:p>
      </dgm:t>
    </dgm:pt>
    <dgm:pt modelId="{2A9B6C90-9B70-4ED8-9084-8651413BB905}">
      <dgm:prSet phldrT="[Text]" custT="1"/>
      <dgm:spPr/>
      <dgm:t>
        <a:bodyPr/>
        <a:lstStyle/>
        <a:p>
          <a:r>
            <a: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The objective is to identify unnecessary expenses and suggest ways to increase savings</a:t>
          </a:r>
        </a:p>
      </dgm:t>
    </dgm:pt>
    <dgm:pt modelId="{47C005B7-F5AA-4111-A87D-782B117A0259}" type="parTrans" cxnId="{1D59D94A-4BF7-417E-B49B-225C005839A9}">
      <dgm:prSet/>
      <dgm:spPr/>
      <dgm:t>
        <a:bodyPr/>
        <a:lstStyle/>
        <a:p>
          <a:endParaRPr lang="en-US"/>
        </a:p>
      </dgm:t>
    </dgm:pt>
    <dgm:pt modelId="{54109FB3-0563-4B2C-BFF0-181E047427F8}" type="sibTrans" cxnId="{1D59D94A-4BF7-417E-B49B-225C005839A9}">
      <dgm:prSet/>
      <dgm:spPr/>
      <dgm:t>
        <a:bodyPr/>
        <a:lstStyle/>
        <a:p>
          <a:endParaRPr lang="en-US"/>
        </a:p>
      </dgm:t>
    </dgm:pt>
    <dgm:pt modelId="{51A6936C-668E-4912-B1B4-BA2D45D3F624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How will I know this problem has been solved?</a:t>
          </a:r>
        </a:p>
      </dgm:t>
    </dgm:pt>
    <dgm:pt modelId="{E68031D9-E3F9-439E-86FC-2A0A3A3988D0}" type="sibTrans" cxnId="{000FE2BB-9FE6-4965-ADF5-E3E85B644286}">
      <dgm:prSet/>
      <dgm:spPr/>
      <dgm:t>
        <a:bodyPr/>
        <a:lstStyle/>
        <a:p>
          <a:endParaRPr lang="en-US"/>
        </a:p>
      </dgm:t>
    </dgm:pt>
    <dgm:pt modelId="{8F7D40F1-9723-47F5-BFD2-340696378D49}" type="parTrans" cxnId="{000FE2BB-9FE6-4965-ADF5-E3E85B644286}">
      <dgm:prSet/>
      <dgm:spPr/>
      <dgm:t>
        <a:bodyPr/>
        <a:lstStyle/>
        <a:p>
          <a:endParaRPr lang="en-US"/>
        </a:p>
      </dgm:t>
    </dgm:pt>
    <dgm:pt modelId="{5E0DA18D-98A0-4E1D-A3BE-E4390A1F462E}">
      <dgm:prSet phldrT="[Text]" custT="1"/>
      <dgm:spPr/>
      <dgm:t>
        <a:bodyPr/>
        <a:lstStyle/>
        <a:p>
          <a:r>
            <a:rPr lang="en-US" sz="105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June month expense data</a:t>
          </a:r>
        </a:p>
      </dgm:t>
    </dgm:pt>
    <dgm:pt modelId="{0F8C18E4-C7CB-4C02-9912-2F1F5DBB4653}" type="parTrans" cxnId="{E76F01A9-A385-4545-A60C-12535ADB3B9D}">
      <dgm:prSet/>
      <dgm:spPr/>
    </dgm:pt>
    <dgm:pt modelId="{03C7B4D2-9D3C-46F3-808D-796DEF3E5C2A}" type="sibTrans" cxnId="{E76F01A9-A385-4545-A60C-12535ADB3B9D}">
      <dgm:prSet/>
      <dgm:spPr/>
    </dgm:pt>
    <dgm:pt modelId="{DD5DEF30-972B-4B68-97B6-2293C7740613}">
      <dgm:prSet phldrT="[Text]" custT="1"/>
      <dgm:spPr/>
      <dgm:t>
        <a:bodyPr/>
        <a:lstStyle/>
        <a:p>
          <a:r>
            <a: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Nitin works as a graphic Designer and earns rupees15,000 per month. He wants to buy a scooter for his daily commute but has not been able to save</a:t>
          </a:r>
          <a:endParaRPr lang="en-US" sz="8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76C31152-7BAB-497E-ADBE-75E08A088AB4}" type="parTrans" cxnId="{FE5DE262-0811-42AE-8008-B75E30011B44}">
      <dgm:prSet/>
      <dgm:spPr/>
    </dgm:pt>
    <dgm:pt modelId="{FD8A7F12-D05B-4FCE-9F08-06908BA0B139}" type="sibTrans" cxnId="{FE5DE262-0811-42AE-8008-B75E30011B44}">
      <dgm:prSet/>
      <dgm:spPr/>
    </dgm:pt>
    <dgm:pt modelId="{99FD7F24-5BB9-46E8-BB7C-4B477B73B815}" type="pres">
      <dgm:prSet presAssocID="{81269538-BFC5-48BB-BEA1-D7AF1F385FD5}" presName="Name0" presStyleCnt="0">
        <dgm:presLayoutVars>
          <dgm:dir/>
          <dgm:animLvl val="lvl"/>
          <dgm:resizeHandles val="exact"/>
        </dgm:presLayoutVars>
      </dgm:prSet>
      <dgm:spPr/>
    </dgm:pt>
    <dgm:pt modelId="{BBAB8945-0B00-4547-92CF-AE59FDD0EF39}" type="pres">
      <dgm:prSet presAssocID="{0D51337A-31FA-4717-B2BF-9243F96D2B9B}" presName="linNode" presStyleCnt="0"/>
      <dgm:spPr/>
    </dgm:pt>
    <dgm:pt modelId="{3230722F-B757-4673-BD2F-9D4BAB5CEE8D}" type="pres">
      <dgm:prSet presAssocID="{0D51337A-31FA-4717-B2BF-9243F96D2B9B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6FB9694A-6C63-4B23-90F6-4F208C00D399}" type="pres">
      <dgm:prSet presAssocID="{0D51337A-31FA-4717-B2BF-9243F96D2B9B}" presName="descendantText" presStyleLbl="alignAccFollowNode1" presStyleIdx="0" presStyleCnt="3">
        <dgm:presLayoutVars>
          <dgm:bulletEnabled val="1"/>
        </dgm:presLayoutVars>
      </dgm:prSet>
      <dgm:spPr/>
    </dgm:pt>
    <dgm:pt modelId="{3E4AEBB9-D07D-412D-A9F3-5F50CE85FF20}" type="pres">
      <dgm:prSet presAssocID="{6799645E-F42F-43D8-B2EA-A1377D84D0B3}" presName="sp" presStyleCnt="0"/>
      <dgm:spPr/>
    </dgm:pt>
    <dgm:pt modelId="{C60E4332-AB2E-4201-AF29-E3D9D2CE99DD}" type="pres">
      <dgm:prSet presAssocID="{A7F7584C-6CC5-40A2-9566-2842A5DEA97A}" presName="linNode" presStyleCnt="0"/>
      <dgm:spPr/>
    </dgm:pt>
    <dgm:pt modelId="{8A3FE5E4-2689-4041-B2C5-C63BC276A3EF}" type="pres">
      <dgm:prSet presAssocID="{A7F7584C-6CC5-40A2-9566-2842A5DEA97A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329ECF1A-78BE-41CB-B252-8011825B67CD}" type="pres">
      <dgm:prSet presAssocID="{A7F7584C-6CC5-40A2-9566-2842A5DEA97A}" presName="descendantText" presStyleLbl="alignAccFollowNode1" presStyleIdx="1" presStyleCnt="3">
        <dgm:presLayoutVars>
          <dgm:bulletEnabled val="1"/>
        </dgm:presLayoutVars>
      </dgm:prSet>
      <dgm:spPr/>
    </dgm:pt>
    <dgm:pt modelId="{CF97419B-1653-4404-8A25-A4EB2811914A}" type="pres">
      <dgm:prSet presAssocID="{C41ED6A4-512C-48AB-901D-671B73446005}" presName="sp" presStyleCnt="0"/>
      <dgm:spPr/>
    </dgm:pt>
    <dgm:pt modelId="{74B4E996-D144-43FA-9C7B-5183D295C315}" type="pres">
      <dgm:prSet presAssocID="{51A6936C-668E-4912-B1B4-BA2D45D3F624}" presName="linNode" presStyleCnt="0"/>
      <dgm:spPr/>
    </dgm:pt>
    <dgm:pt modelId="{1C763A21-352A-41D1-A2E2-E305DABA275D}" type="pres">
      <dgm:prSet presAssocID="{51A6936C-668E-4912-B1B4-BA2D45D3F624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A66EBD3D-E7C5-421C-B8B5-728648057DDC}" type="pres">
      <dgm:prSet presAssocID="{51A6936C-668E-4912-B1B4-BA2D45D3F624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56052809-46E4-4445-B520-94004C28BB9D}" srcId="{A7F7584C-6CC5-40A2-9566-2842A5DEA97A}" destId="{9D8DAFB6-C744-4BD6-B757-393BF647EBB6}" srcOrd="0" destOrd="0" parTransId="{17C1C47E-8D1A-404A-B227-B017391CB5F6}" sibTransId="{C9B44773-68B1-427B-B9CA-0AEA186B621E}"/>
    <dgm:cxn modelId="{12CAFE12-C4EC-4E3B-AFA8-90A448E21CA7}" type="presOf" srcId="{5E0DA18D-98A0-4E1D-A3BE-E4390A1F462E}" destId="{6FB9694A-6C63-4B23-90F6-4F208C00D399}" srcOrd="0" destOrd="1" presId="urn:microsoft.com/office/officeart/2005/8/layout/vList5"/>
    <dgm:cxn modelId="{A38C1039-CB78-4EBF-844F-7A838983E228}" type="presOf" srcId="{A7F7584C-6CC5-40A2-9566-2842A5DEA97A}" destId="{8A3FE5E4-2689-4041-B2C5-C63BC276A3EF}" srcOrd="0" destOrd="0" presId="urn:microsoft.com/office/officeart/2005/8/layout/vList5"/>
    <dgm:cxn modelId="{FE5DE262-0811-42AE-8008-B75E30011B44}" srcId="{0D51337A-31FA-4717-B2BF-9243F96D2B9B}" destId="{DD5DEF30-972B-4B68-97B6-2293C7740613}" srcOrd="2" destOrd="0" parTransId="{76C31152-7BAB-497E-ADBE-75E08A088AB4}" sibTransId="{FD8A7F12-D05B-4FCE-9F08-06908BA0B139}"/>
    <dgm:cxn modelId="{1D59D94A-4BF7-417E-B49B-225C005839A9}" srcId="{51A6936C-668E-4912-B1B4-BA2D45D3F624}" destId="{2A9B6C90-9B70-4ED8-9084-8651413BB905}" srcOrd="0" destOrd="0" parTransId="{47C005B7-F5AA-4111-A87D-782B117A0259}" sibTransId="{54109FB3-0563-4B2C-BFF0-181E047427F8}"/>
    <dgm:cxn modelId="{6DF17F4D-4120-4DE8-8738-503F2519CD40}" type="presOf" srcId="{9D8DAFB6-C744-4BD6-B757-393BF647EBB6}" destId="{329ECF1A-78BE-41CB-B252-8011825B67CD}" srcOrd="0" destOrd="0" presId="urn:microsoft.com/office/officeart/2005/8/layout/vList5"/>
    <dgm:cxn modelId="{D51B6075-27E4-4292-9F89-0CC50DF21ED9}" type="presOf" srcId="{51A6936C-668E-4912-B1B4-BA2D45D3F624}" destId="{1C763A21-352A-41D1-A2E2-E305DABA275D}" srcOrd="0" destOrd="0" presId="urn:microsoft.com/office/officeart/2005/8/layout/vList5"/>
    <dgm:cxn modelId="{9E6BB655-7FE4-4F8D-B1D2-F885E60B8754}" srcId="{81269538-BFC5-48BB-BEA1-D7AF1F385FD5}" destId="{0D51337A-31FA-4717-B2BF-9243F96D2B9B}" srcOrd="0" destOrd="0" parTransId="{A9294D65-F371-46C8-A624-E557E9DF1A30}" sibTransId="{6799645E-F42F-43D8-B2EA-A1377D84D0B3}"/>
    <dgm:cxn modelId="{C65EFE7A-5430-4917-89D2-D70BAF0289E3}" type="presOf" srcId="{2A9B6C90-9B70-4ED8-9084-8651413BB905}" destId="{A66EBD3D-E7C5-421C-B8B5-728648057DDC}" srcOrd="0" destOrd="0" presId="urn:microsoft.com/office/officeart/2005/8/layout/vList5"/>
    <dgm:cxn modelId="{A316347C-9D1A-43C6-BE2B-DC184440E1C9}" srcId="{0D51337A-31FA-4717-B2BF-9243F96D2B9B}" destId="{E40970FA-9468-4353-8343-FE5E2BEBB8B0}" srcOrd="0" destOrd="0" parTransId="{85FA6A33-9FA9-4134-A6A3-A5D4748A1779}" sibTransId="{04FF68DF-CF36-4D12-9ECE-A3519B0AC88A}"/>
    <dgm:cxn modelId="{53988784-A0E1-4D82-B36B-740DE83EB0C9}" type="presOf" srcId="{81269538-BFC5-48BB-BEA1-D7AF1F385FD5}" destId="{99FD7F24-5BB9-46E8-BB7C-4B477B73B815}" srcOrd="0" destOrd="0" presId="urn:microsoft.com/office/officeart/2005/8/layout/vList5"/>
    <dgm:cxn modelId="{993E0796-DCBD-4EB2-9BAB-4437E125DA45}" type="presOf" srcId="{E40970FA-9468-4353-8343-FE5E2BEBB8B0}" destId="{6FB9694A-6C63-4B23-90F6-4F208C00D399}" srcOrd="0" destOrd="0" presId="urn:microsoft.com/office/officeart/2005/8/layout/vList5"/>
    <dgm:cxn modelId="{F095FC9F-1772-4546-AF6E-5F4C4583503D}" type="presOf" srcId="{DD5DEF30-972B-4B68-97B6-2293C7740613}" destId="{6FB9694A-6C63-4B23-90F6-4F208C00D399}" srcOrd="0" destOrd="2" presId="urn:microsoft.com/office/officeart/2005/8/layout/vList5"/>
    <dgm:cxn modelId="{E76F01A9-A385-4545-A60C-12535ADB3B9D}" srcId="{0D51337A-31FA-4717-B2BF-9243F96D2B9B}" destId="{5E0DA18D-98A0-4E1D-A3BE-E4390A1F462E}" srcOrd="1" destOrd="0" parTransId="{0F8C18E4-C7CB-4C02-9912-2F1F5DBB4653}" sibTransId="{03C7B4D2-9D3C-46F3-808D-796DEF3E5C2A}"/>
    <dgm:cxn modelId="{000FE2BB-9FE6-4965-ADF5-E3E85B644286}" srcId="{81269538-BFC5-48BB-BEA1-D7AF1F385FD5}" destId="{51A6936C-668E-4912-B1B4-BA2D45D3F624}" srcOrd="2" destOrd="0" parTransId="{8F7D40F1-9723-47F5-BFD2-340696378D49}" sibTransId="{E68031D9-E3F9-439E-86FC-2A0A3A3988D0}"/>
    <dgm:cxn modelId="{F68422C1-CD34-4DED-AA4B-85EFFF4FE933}" srcId="{81269538-BFC5-48BB-BEA1-D7AF1F385FD5}" destId="{A7F7584C-6CC5-40A2-9566-2842A5DEA97A}" srcOrd="1" destOrd="0" parTransId="{581272CD-5908-4C17-8E9B-8BF6DCE43C3E}" sibTransId="{C41ED6A4-512C-48AB-901D-671B73446005}"/>
    <dgm:cxn modelId="{02B1C3C3-F2D2-4C80-8962-E0C9B39A6EF4}" type="presOf" srcId="{0D51337A-31FA-4717-B2BF-9243F96D2B9B}" destId="{3230722F-B757-4673-BD2F-9D4BAB5CEE8D}" srcOrd="0" destOrd="0" presId="urn:microsoft.com/office/officeart/2005/8/layout/vList5"/>
    <dgm:cxn modelId="{45435F90-22A5-4C03-B101-FD4577E8A794}" type="presParOf" srcId="{99FD7F24-5BB9-46E8-BB7C-4B477B73B815}" destId="{BBAB8945-0B00-4547-92CF-AE59FDD0EF39}" srcOrd="0" destOrd="0" presId="urn:microsoft.com/office/officeart/2005/8/layout/vList5"/>
    <dgm:cxn modelId="{B399DCC2-FF40-4D75-A2A7-A495D4AF2387}" type="presParOf" srcId="{BBAB8945-0B00-4547-92CF-AE59FDD0EF39}" destId="{3230722F-B757-4673-BD2F-9D4BAB5CEE8D}" srcOrd="0" destOrd="0" presId="urn:microsoft.com/office/officeart/2005/8/layout/vList5"/>
    <dgm:cxn modelId="{4A0749A4-83B7-4DF9-BA0E-5506B76F10A1}" type="presParOf" srcId="{BBAB8945-0B00-4547-92CF-AE59FDD0EF39}" destId="{6FB9694A-6C63-4B23-90F6-4F208C00D399}" srcOrd="1" destOrd="0" presId="urn:microsoft.com/office/officeart/2005/8/layout/vList5"/>
    <dgm:cxn modelId="{26C2F444-58E5-4B3C-A169-EBC64ABE0EE9}" type="presParOf" srcId="{99FD7F24-5BB9-46E8-BB7C-4B477B73B815}" destId="{3E4AEBB9-D07D-412D-A9F3-5F50CE85FF20}" srcOrd="1" destOrd="0" presId="urn:microsoft.com/office/officeart/2005/8/layout/vList5"/>
    <dgm:cxn modelId="{FB2D3183-70C6-44DD-875A-CC09A2C89FEB}" type="presParOf" srcId="{99FD7F24-5BB9-46E8-BB7C-4B477B73B815}" destId="{C60E4332-AB2E-4201-AF29-E3D9D2CE99DD}" srcOrd="2" destOrd="0" presId="urn:microsoft.com/office/officeart/2005/8/layout/vList5"/>
    <dgm:cxn modelId="{B9D84324-BE5B-4514-8201-6B25BE814C19}" type="presParOf" srcId="{C60E4332-AB2E-4201-AF29-E3D9D2CE99DD}" destId="{8A3FE5E4-2689-4041-B2C5-C63BC276A3EF}" srcOrd="0" destOrd="0" presId="urn:microsoft.com/office/officeart/2005/8/layout/vList5"/>
    <dgm:cxn modelId="{62F196CC-DD4E-41F1-95F6-0E80E18CA40A}" type="presParOf" srcId="{C60E4332-AB2E-4201-AF29-E3D9D2CE99DD}" destId="{329ECF1A-78BE-41CB-B252-8011825B67CD}" srcOrd="1" destOrd="0" presId="urn:microsoft.com/office/officeart/2005/8/layout/vList5"/>
    <dgm:cxn modelId="{902C8576-A8E1-4C1E-B647-4F0EFC878EDE}" type="presParOf" srcId="{99FD7F24-5BB9-46E8-BB7C-4B477B73B815}" destId="{CF97419B-1653-4404-8A25-A4EB2811914A}" srcOrd="3" destOrd="0" presId="urn:microsoft.com/office/officeart/2005/8/layout/vList5"/>
    <dgm:cxn modelId="{C0AE58B2-3BCF-4A17-9962-82AF5DB00A66}" type="presParOf" srcId="{99FD7F24-5BB9-46E8-BB7C-4B477B73B815}" destId="{74B4E996-D144-43FA-9C7B-5183D295C315}" srcOrd="4" destOrd="0" presId="urn:microsoft.com/office/officeart/2005/8/layout/vList5"/>
    <dgm:cxn modelId="{CC23B1CA-2592-479D-988C-BB870D7E9EC9}" type="presParOf" srcId="{74B4E996-D144-43FA-9C7B-5183D295C315}" destId="{1C763A21-352A-41D1-A2E2-E305DABA275D}" srcOrd="0" destOrd="0" presId="urn:microsoft.com/office/officeart/2005/8/layout/vList5"/>
    <dgm:cxn modelId="{477107E6-023C-4B3F-96EF-D2D5DA516C5C}" type="presParOf" srcId="{74B4E996-D144-43FA-9C7B-5183D295C315}" destId="{A66EBD3D-E7C5-421C-B8B5-728648057DD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B9694A-6C63-4B23-90F6-4F208C00D399}">
      <dsp:nvSpPr>
        <dsp:cNvPr id="0" name=""/>
        <dsp:cNvSpPr/>
      </dsp:nvSpPr>
      <dsp:spPr>
        <a:xfrm rot="5400000">
          <a:off x="3404204" y="-1239889"/>
          <a:ext cx="924639" cy="363908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800" b="1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b="1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June month expense data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Nitin works as a graphic Designer and earns rupees15,000 per month. He wants to buy a scooter for his daily commute but has not been able to save</a:t>
          </a:r>
          <a:endParaRPr lang="en-US" sz="8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 rot="-5400000">
        <a:off x="2046984" y="162468"/>
        <a:ext cx="3593944" cy="834365"/>
      </dsp:txXfrm>
    </dsp:sp>
    <dsp:sp modelId="{3230722F-B757-4673-BD2F-9D4BAB5CEE8D}">
      <dsp:nvSpPr>
        <dsp:cNvPr id="0" name=""/>
        <dsp:cNvSpPr/>
      </dsp:nvSpPr>
      <dsp:spPr>
        <a:xfrm>
          <a:off x="0" y="1751"/>
          <a:ext cx="2046983" cy="11557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What is the problem?</a:t>
          </a:r>
        </a:p>
      </dsp:txBody>
      <dsp:txXfrm>
        <a:off x="56421" y="58172"/>
        <a:ext cx="1934141" cy="1042957"/>
      </dsp:txXfrm>
    </dsp:sp>
    <dsp:sp modelId="{329ECF1A-78BE-41CB-B252-8011825B67CD}">
      <dsp:nvSpPr>
        <dsp:cNvPr id="0" name=""/>
        <dsp:cNvSpPr/>
      </dsp:nvSpPr>
      <dsp:spPr>
        <a:xfrm rot="5400000">
          <a:off x="3404204" y="-26300"/>
          <a:ext cx="924639" cy="363908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The project analysis his expenses to identify where most of the money is spent.</a:t>
          </a:r>
        </a:p>
      </dsp:txBody>
      <dsp:txXfrm rot="-5400000">
        <a:off x="2046984" y="1376057"/>
        <a:ext cx="3593944" cy="834365"/>
      </dsp:txXfrm>
    </dsp:sp>
    <dsp:sp modelId="{8A3FE5E4-2689-4041-B2C5-C63BC276A3EF}">
      <dsp:nvSpPr>
        <dsp:cNvPr id="0" name=""/>
        <dsp:cNvSpPr/>
      </dsp:nvSpPr>
      <dsp:spPr>
        <a:xfrm>
          <a:off x="0" y="1215340"/>
          <a:ext cx="2046983" cy="11557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Who has this problem?</a:t>
          </a:r>
        </a:p>
      </dsp:txBody>
      <dsp:txXfrm>
        <a:off x="56421" y="1271761"/>
        <a:ext cx="1934141" cy="1042957"/>
      </dsp:txXfrm>
    </dsp:sp>
    <dsp:sp modelId="{A66EBD3D-E7C5-421C-B8B5-728648057DDC}">
      <dsp:nvSpPr>
        <dsp:cNvPr id="0" name=""/>
        <dsp:cNvSpPr/>
      </dsp:nvSpPr>
      <dsp:spPr>
        <a:xfrm rot="5400000">
          <a:off x="3404204" y="1187288"/>
          <a:ext cx="924639" cy="363908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The objective is to identify unnecessary expenses and suggest ways to increase savings</a:t>
          </a:r>
        </a:p>
      </dsp:txBody>
      <dsp:txXfrm rot="-5400000">
        <a:off x="2046984" y="2589646"/>
        <a:ext cx="3593944" cy="834365"/>
      </dsp:txXfrm>
    </dsp:sp>
    <dsp:sp modelId="{1C763A21-352A-41D1-A2E2-E305DABA275D}">
      <dsp:nvSpPr>
        <dsp:cNvPr id="0" name=""/>
        <dsp:cNvSpPr/>
      </dsp:nvSpPr>
      <dsp:spPr>
        <a:xfrm>
          <a:off x="0" y="2428929"/>
          <a:ext cx="2046983" cy="11557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How will I know this problem has been solved?</a:t>
          </a:r>
        </a:p>
      </dsp:txBody>
      <dsp:txXfrm>
        <a:off x="56421" y="2485350"/>
        <a:ext cx="1934141" cy="10429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9B3372-74CF-4E21-A4D4-286B22AA5A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762BE-D43C-49F5-99A5-BF49C69592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5766F-5EC0-4797-B4D1-777FCB005B11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9E452-9BCA-4AF5-9A9C-233BF410EA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F9F63-CE4F-44E2-A07D-7E654DE9F57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AC76B-F5B1-4D6E-BACD-2A80744AC9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1452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4B5EC-152C-4627-80C0-63B10D5574EF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EE60E-651F-40CC-AD73-C00F10CE42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41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dirty="0">
                <a:latin typeface="Rockwell" panose="02060603020205020403" pitchFamily="18" charset="0"/>
              </a:rPr>
              <a:t>&lt; PROJECT TITLE &gt;</a:t>
            </a:r>
            <a:endParaRPr lang="en-US" sz="5400" dirty="0">
              <a:latin typeface="Rockwell" panose="020606030202050204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8725B-6E40-4D82-B375-7831D81C29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EMPLOYEE NiTIn EXPENSES DETAILS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algn="ctr"/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97AA90-68CF-D0C2-6A0A-4B436F3F8C6A}"/>
              </a:ext>
            </a:extLst>
          </p:cNvPr>
          <p:cNvSpPr txBox="1"/>
          <p:nvPr/>
        </p:nvSpPr>
        <p:spPr>
          <a:xfrm>
            <a:off x="2822713" y="4651513"/>
            <a:ext cx="1860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By, N.Nikitha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HP Simplified" panose="020B0604020204020204" pitchFamily="34" charset="0"/>
              </a:rPr>
              <a:t>First, analyse the data for the month of June. You need to open the excel file and refer to the expense details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D4F1745-A55E-4835-88EB-BC637121B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1892279"/>
              </p:ext>
            </p:extLst>
          </p:nvPr>
        </p:nvGraphicFramePr>
        <p:xfrm>
          <a:off x="873761" y="2204720"/>
          <a:ext cx="5686065" cy="3586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53689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Rockwell" panose="02060603020205020403" pitchFamily="18" charset="0"/>
              </a:rPr>
              <a:t>PROJECT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 1: Analyse expense details for June using pivot Tables, Pivot charts and Data Bar</a:t>
            </a:r>
          </a:p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 2: Analyse expense details for the last 6 Months using monthly and category wise Pivot Tables and charts.</a:t>
            </a:r>
          </a:p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Compare categories and items to identify major and less-essential spending areas.</a:t>
            </a:r>
          </a:p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the findings to provide practical recommendations for increasing savings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2179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Rockwell" panose="02060603020205020403" pitchFamily="18" charset="0"/>
              </a:rPr>
              <a:t>Part 1-June expense data</a:t>
            </a:r>
            <a:r>
              <a:rPr lang="en-US" sz="4400" dirty="0">
                <a:latin typeface="Rockwell" panose="02060603020205020403" pitchFamily="18" charset="0"/>
              </a:rPr>
              <a:t>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F86D3CA-2394-8479-9202-0B2E94160B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7856" y="2067993"/>
            <a:ext cx="6848498" cy="45803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3A6A82-84E8-0B02-C675-1BA867A452BB}"/>
              </a:ext>
            </a:extLst>
          </p:cNvPr>
          <p:cNvSpPr txBox="1"/>
          <p:nvPr/>
        </p:nvSpPr>
        <p:spPr>
          <a:xfrm>
            <a:off x="8530047" y="2847702"/>
            <a:ext cx="33310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data contains Date, Category, Item and expense(INR).</a:t>
            </a:r>
          </a:p>
          <a:p>
            <a:r>
              <a:rPr lang="en-US" sz="2000" dirty="0"/>
              <a:t>Examples include Grocery, Food, Entertainment, Shopping and Ticket &amp; Bills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193417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0BEC3-B53A-CEA6-3A21-42EC78709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92152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Part 1-Item Frequency Analysis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70E733-8EBC-49C6-FF24-07E0233A0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73" y="1467468"/>
            <a:ext cx="6635002" cy="43449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2FA926-69C1-3BDA-8BA4-FA4D61560B90}"/>
              </a:ext>
            </a:extLst>
          </p:cNvPr>
          <p:cNvSpPr txBox="1"/>
          <p:nvPr/>
        </p:nvSpPr>
        <p:spPr>
          <a:xfrm>
            <a:off x="7816132" y="2170706"/>
            <a:ext cx="360989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Grand Total shown in the Pivot Table:17</a:t>
            </a:r>
            <a:r>
              <a:rPr lang="en-US" sz="2000" dirty="0"/>
              <a:t> </a:t>
            </a:r>
            <a:r>
              <a:rPr lang="en-US" sz="1600" dirty="0"/>
              <a:t>item</a:t>
            </a:r>
            <a:r>
              <a:rPr lang="en-US" sz="2000" dirty="0"/>
              <a:t> </a:t>
            </a:r>
            <a:r>
              <a:rPr lang="en-US" sz="1600" dirty="0"/>
              <a:t>occurrences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Online Food Order appears 1 time in the provided Pivot.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Movie appears 2 times in the provided Pivot.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Vegetables appears 4 times, the highest item frequency shown.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This frequency analysis supports the part 1 task on item counts.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4273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38210-62EE-C15B-C6DE-387CD7E1D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96965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Part 1- Item-wise expense analysis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CD3666-F6E0-1760-1E5C-4518D072F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189" y="1588167"/>
            <a:ext cx="7026443" cy="36415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6C5EAF-62DF-21A5-0D38-A98866E4ED66}"/>
              </a:ext>
            </a:extLst>
          </p:cNvPr>
          <p:cNvSpPr txBox="1"/>
          <p:nvPr/>
        </p:nvSpPr>
        <p:spPr>
          <a:xfrm>
            <a:off x="8181893" y="2466020"/>
            <a:ext cx="36329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Grand Total displayed : 9,420.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Vegetables : 3,200.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Foodgrains and cereals : 1,050.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Electricity Bill : 850.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data bars make higher-spend items easy to identify.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4738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Rockwell" panose="02060603020205020403" pitchFamily="18" charset="0"/>
              </a:rPr>
              <a:t>Part 1-item-wise expense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7B7B7B-7D76-4749-8BC0-1A579CBD0B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40138" y="2249486"/>
            <a:ext cx="3707273" cy="3541714"/>
          </a:xfrm>
        </p:spPr>
        <p:txBody>
          <a:bodyPr anchor="ctr">
            <a:normAutofit/>
          </a:bodyPr>
          <a:lstStyle/>
          <a:p>
            <a:pPr algn="ctr"/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Entertainment Totals = 1,190</a:t>
            </a:r>
          </a:p>
          <a:p>
            <a:pPr algn="ctr"/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Ticket and Bills Total = 850</a:t>
            </a:r>
          </a:p>
          <a:p>
            <a:pPr algn="ctr"/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Combained amount shown in the pivot table = 2,040</a:t>
            </a:r>
          </a:p>
          <a:p>
            <a:pPr algn="ctr"/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Vegetables under Entertainment has the highest visible amount of 470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71B4B5-2243-C57C-0371-CE235E537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54" y="1768176"/>
            <a:ext cx="6815517" cy="4504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410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4CDCF-A4D1-F1B6-6E68-41DCE085B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Part 2- Overall category expense analysis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CE968A3-D590-7D94-407E-639F860E782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84168" y="1658143"/>
            <a:ext cx="5368505" cy="377653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153004-0DE9-E784-E12B-EF7ABCDB8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4169" y="5434681"/>
            <a:ext cx="4875211" cy="1030286"/>
          </a:xfrm>
        </p:spPr>
        <p:txBody>
          <a:bodyPr>
            <a:normAutofit fontScale="92500" lnSpcReduction="10000"/>
          </a:bodyPr>
          <a:lstStyle/>
          <a:p>
            <a:r>
              <a:rPr lang="en-US" sz="1400" dirty="0"/>
              <a:t>Grocery 31,750.</a:t>
            </a:r>
          </a:p>
          <a:p>
            <a:r>
              <a:rPr lang="en-US" sz="1400" dirty="0"/>
              <a:t>Ticket and Bills 16,040  </a:t>
            </a:r>
          </a:p>
          <a:p>
            <a:r>
              <a:rPr lang="en-US" sz="1400" dirty="0"/>
              <a:t>Entertainment 11,000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9F3F0F-A123-0EC0-1A9C-52917BA4F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918" y="1658143"/>
            <a:ext cx="4694738" cy="5199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361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Rockwell" panose="02060603020205020403" pitchFamily="18" charset="0"/>
              </a:rPr>
              <a:t>Part 2-Month-wise expense trend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3265" y="2249487"/>
            <a:ext cx="3624146" cy="3541714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January = 13,900</a:t>
            </a:r>
          </a:p>
          <a:p>
            <a:pPr marL="457200" lvl="1" indent="0">
              <a:buNone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February = 15,620-highest month he spent</a:t>
            </a:r>
          </a:p>
          <a:p>
            <a:pPr marL="457200" lvl="1" indent="0">
              <a:buNone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March = 13,140</a:t>
            </a:r>
          </a:p>
          <a:p>
            <a:pPr marL="457200" lvl="1" indent="0">
              <a:buNone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April = 14,800</a:t>
            </a:r>
          </a:p>
          <a:p>
            <a:pPr marL="457200" lvl="1" indent="0">
              <a:buNone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May = 12,380</a:t>
            </a:r>
          </a:p>
          <a:p>
            <a:pPr marL="457200" lvl="1" indent="0">
              <a:buNone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June = 13,060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buNone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ACC10B-F25B-A1B4-C04C-EF7A9B25C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06" y="1924216"/>
            <a:ext cx="6338635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318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Rockwell" panose="02060603020205020403" pitchFamily="18" charset="0"/>
              </a:rPr>
              <a:t>Part 2- category-wise expenses by month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084" y="2097088"/>
            <a:ext cx="3863723" cy="2387344"/>
          </a:xfrm>
        </p:spPr>
        <p:txBody>
          <a:bodyPr>
            <a:normAutofit/>
          </a:bodyPr>
          <a:lstStyle/>
          <a:p>
            <a:pPr lvl="1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Grocery is the largest in the Pivot Table : 31,750.</a:t>
            </a:r>
          </a:p>
          <a:p>
            <a:pPr lvl="1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Ticket and Bills is the next largest overall Category : 16,040.</a:t>
            </a:r>
          </a:p>
          <a:p>
            <a:pPr lvl="1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table compares category spending across all six months.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46521F-8B5F-4660-3875-10F95AF87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653" y="1604211"/>
            <a:ext cx="6304547" cy="3866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556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921524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Rockwell" panose="02060603020205020403" pitchFamily="18" charset="0"/>
              </a:rPr>
              <a:t>Part 2- entertainment, Food &amp; shopping items</a:t>
            </a:r>
            <a:endParaRPr lang="en-US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6442" y="1909011"/>
            <a:ext cx="4438064" cy="330467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Movie spending is highest in June : 600.</a:t>
            </a:r>
          </a:p>
          <a:p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Dinning Out spending is highest in January : 1000.</a:t>
            </a:r>
          </a:p>
          <a:p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Movie totals shown : Jan =250, Mar=500, Apr=250, Jun=600.</a:t>
            </a:r>
          </a:p>
          <a:p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Dinning Out totals shown : Jan=1000, Mar=800, Apr=850.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625032-9F32-B4A9-B13B-79356D1E9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918" y="1306646"/>
            <a:ext cx="6349145" cy="424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613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8E324-7C70-6A99-A0CA-0CC3B05D3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Key findings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699835-66A7-6285-ED34-AFF728D1E355}"/>
              </a:ext>
            </a:extLst>
          </p:cNvPr>
          <p:cNvSpPr txBox="1"/>
          <p:nvPr/>
        </p:nvSpPr>
        <p:spPr>
          <a:xfrm>
            <a:off x="1016930" y="1953964"/>
            <a:ext cx="1041704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June item-wise analysis shoes 2,040 combined for Entertainment and Ticket and Bills.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Across six months, February has the highest total expense at 15,620.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Grocery is the largest overall category in the six-month category Pivot Table.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Movie spending is highest in June at 600; Dining Out is highest in January at 1000.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 analysis highlights areas that can be reviewed for possible savings.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8849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7F0C4-DC6A-2F35-FF80-1DE58B290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081945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Recommendations to increase savings</a:t>
            </a:r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56A76D-545B-5B37-4CA1-866DD6D22C2E}"/>
              </a:ext>
            </a:extLst>
          </p:cNvPr>
          <p:cNvSpPr txBox="1"/>
          <p:nvPr/>
        </p:nvSpPr>
        <p:spPr>
          <a:xfrm>
            <a:off x="1141413" y="1812758"/>
            <a:ext cx="1028056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Set a monthly limit for discretionary spending such as movies, dining out and shopping.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Track grocery and other high-value categories regularly and avoid unnecessary purchases.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Plan online food orders and dining out in advance to reduce frequent spending.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Review spending every month using the same Pivot Table approach and set a fixed savings target.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Use the saved amount toward Nitin’s scooter goal.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6411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1B5A4-DDCE-64CF-F168-15F81ACB3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conclusion</a:t>
            </a:r>
            <a:endParaRPr lang="en-IN" sz="44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C0E3AE-7EB2-2675-1522-6258594C4B72}"/>
              </a:ext>
            </a:extLst>
          </p:cNvPr>
          <p:cNvSpPr txBox="1"/>
          <p:nvPr/>
        </p:nvSpPr>
        <p:spPr>
          <a:xfrm>
            <a:off x="625642" y="2097088"/>
            <a:ext cx="1042176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Pivot Tables and charts were used to analyse June and the last six months.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 analysis identified major spending categories and monthly spending patterns.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 findings can help Nitin identify areas where spending can be reduced.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Reducing unnecessary expenses and following a monthly savings plan can support his scooter goal.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78844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77815013_Problem-solution cycle_RVA_v3" id="{20834410-FC37-46AC-ACB7-FB202F8C4BA9}" vid="{1ED24379-BFF7-4E2F-B7EC-A47C906E21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7866CFD-F94E-4AE5-ACEA-86FEC0F48A1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579702B-25C7-40D7-9E29-7686B11A96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C0B241-13E5-418D-8920-D23491E2D2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Problemsolution cycle </Template>
  <TotalTime>160</TotalTime>
  <Words>679</Words>
  <Application>Microsoft Office PowerPoint</Application>
  <PresentationFormat>Widescreen</PresentationFormat>
  <Paragraphs>75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HP Simplified</vt:lpstr>
      <vt:lpstr>Rockwell</vt:lpstr>
      <vt:lpstr>Tahoma</vt:lpstr>
      <vt:lpstr>Tw Cen MT</vt:lpstr>
      <vt:lpstr>Circuit</vt:lpstr>
      <vt:lpstr>&lt; PROJECT TITLE &gt;</vt:lpstr>
      <vt:lpstr>First, analyse the data for the month of June. You need to open the excel file and refer to the expense details</vt:lpstr>
      <vt:lpstr>PROJECT APPROACH</vt:lpstr>
      <vt:lpstr>Part 1-June expense data </vt:lpstr>
      <vt:lpstr>Part 1-Item Frequency Analysis</vt:lpstr>
      <vt:lpstr>Part 1- Item-wise expense analysis</vt:lpstr>
      <vt:lpstr>Part 1-item-wise expense analysis</vt:lpstr>
      <vt:lpstr>Part 2- Overall category expense analysis</vt:lpstr>
      <vt:lpstr>Part 2-Month-wise expense trend</vt:lpstr>
      <vt:lpstr>Part 2- category-wise expenses by month</vt:lpstr>
      <vt:lpstr>Part 2- entertainment, Food &amp; shopping items</vt:lpstr>
      <vt:lpstr>Key findings</vt:lpstr>
      <vt:lpstr>Recommendations to increase savings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NUNAVATH nikitha</dc:creator>
  <cp:lastModifiedBy>NUNAVATH nikitha</cp:lastModifiedBy>
  <cp:revision>1</cp:revision>
  <dcterms:created xsi:type="dcterms:W3CDTF">2026-09-21T16:33:02Z</dcterms:created>
  <dcterms:modified xsi:type="dcterms:W3CDTF">2026-09-23T13:56:20Z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